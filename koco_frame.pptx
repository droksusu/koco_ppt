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18" r:id="rId2"/>
    <p:sldId id="305" r:id="rId3"/>
    <p:sldId id="308" r:id="rId4"/>
    <p:sldId id="309" r:id="rId5"/>
    <p:sldId id="306" r:id="rId6"/>
    <p:sldId id="310" r:id="rId7"/>
    <p:sldId id="311" r:id="rId8"/>
    <p:sldId id="312" r:id="rId9"/>
    <p:sldId id="314" r:id="rId10"/>
    <p:sldId id="315" r:id="rId11"/>
    <p:sldId id="316" r:id="rId12"/>
    <p:sldId id="317" r:id="rId13"/>
    <p:sldId id="313" r:id="rId14"/>
    <p:sldId id="289" r:id="rId15"/>
    <p:sldId id="294" r:id="rId16"/>
    <p:sldId id="283" r:id="rId17"/>
    <p:sldId id="284" r:id="rId18"/>
    <p:sldId id="285" r:id="rId19"/>
    <p:sldId id="286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656" y="88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8914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 </a:t>
            </a:r>
            <a:r>
              <a:rPr lang="ko-KR" altLang="en-US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데이터</a:t>
            </a:r>
            <a:endParaRPr lang="en-US" altLang="ko-KR" sz="14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391</TotalTime>
  <Words>1767</Words>
  <Application>Microsoft Office PowerPoint</Application>
  <PresentationFormat>화면 슬라이드 쇼(4:3)</PresentationFormat>
  <Paragraphs>253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1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용주 옥</cp:lastModifiedBy>
  <cp:revision>50</cp:revision>
  <dcterms:created xsi:type="dcterms:W3CDTF">2022-10-19T20:24:57Z</dcterms:created>
  <dcterms:modified xsi:type="dcterms:W3CDTF">2026-01-29T23:28:43Z</dcterms:modified>
</cp:coreProperties>
</file>