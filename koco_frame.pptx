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18" r:id="rId2"/>
    <p:sldId id="305" r:id="rId3"/>
    <p:sldId id="308" r:id="rId4"/>
    <p:sldId id="309" r:id="rId5"/>
    <p:sldId id="306" r:id="rId6"/>
    <p:sldId id="310" r:id="rId7"/>
    <p:sldId id="311" r:id="rId8"/>
    <p:sldId id="312" r:id="rId9"/>
    <p:sldId id="314" r:id="rId10"/>
    <p:sldId id="315" r:id="rId11"/>
    <p:sldId id="316" r:id="rId12"/>
    <p:sldId id="317" r:id="rId13"/>
    <p:sldId id="313" r:id="rId14"/>
    <p:sldId id="289" r:id="rId15"/>
    <p:sldId id="294" r:id="rId16"/>
    <p:sldId id="283" r:id="rId17"/>
    <p:sldId id="284" r:id="rId18"/>
    <p:sldId id="285" r:id="rId19"/>
    <p:sldId id="286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628" y="88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부제목 1">
            <a:extLst>
              <a:ext uri="{FF2B5EF4-FFF2-40B4-BE49-F238E27FC236}">
                <a16:creationId xmlns:a16="http://schemas.microsoft.com/office/drawing/2014/main" id="{ADEC82A2-2BB8-384D-3D2A-B8427299E7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4602777"/>
            <a:ext cx="6858000" cy="1655762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91E2648-6F33-7B56-DA5C-F57E06BB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그림 개체 틀 5" descr="그래픽, 클립아트, 그래픽 디자인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810F924-C654-7473-450B-FA928C194D4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76" b="11176"/>
          <a:stretch>
            <a:fillRect/>
          </a:stretch>
        </p:blipFill>
        <p:spPr>
          <a:xfrm>
            <a:off x="6118300" y="3137731"/>
            <a:ext cx="1304925" cy="1014413"/>
          </a:xfrm>
        </p:spPr>
      </p:pic>
    </p:spTree>
    <p:extLst>
      <p:ext uri="{BB962C8B-B14F-4D97-AF65-F5344CB8AC3E}">
        <p14:creationId xmlns:p14="http://schemas.microsoft.com/office/powerpoint/2010/main" val="1858914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391</TotalTime>
  <Words>1767</Words>
  <Application>Microsoft Office PowerPoint</Application>
  <PresentationFormat>화면 슬라이드 쇼(4:3)</PresentationFormat>
  <Paragraphs>253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1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용주 옥</cp:lastModifiedBy>
  <cp:revision>49</cp:revision>
  <dcterms:created xsi:type="dcterms:W3CDTF">2022-10-19T20:24:57Z</dcterms:created>
  <dcterms:modified xsi:type="dcterms:W3CDTF">2026-01-29T06:51:02Z</dcterms:modified>
</cp:coreProperties>
</file>