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289" r:id="rId7"/>
    <p:sldId id="294" r:id="rId8"/>
    <p:sldId id="283" r:id="rId9"/>
    <p:sldId id="284" r:id="rId10"/>
    <p:sldId id="285" r:id="rId11"/>
    <p:sldId id="28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 autoAdjust="0"/>
    <p:restoredTop sz="94660"/>
  </p:normalViewPr>
  <p:slideViewPr>
    <p:cSldViewPr snapToGrid="0">
      <p:cViewPr varScale="1">
        <p:scale>
          <a:sx n="164" d="100"/>
          <a:sy n="164" d="100"/>
        </p:scale>
        <p:origin x="1596" y="96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 (F)</a:t>
            </a:r>
          </a:p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S1.B1.D1.C1-nbt(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dbt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)-RM(Rt)-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Fx:Ex-Fx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/0-Type IV  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568792"/>
              </p:ext>
            </p:extLst>
          </p:nvPr>
        </p:nvGraphicFramePr>
        <p:xfrm>
          <a:off x="243585" y="794606"/>
          <a:ext cx="2065991" cy="57705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1141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L.Lip E-line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Overjet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APDI(PABA)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latin typeface="+mj-ea"/>
                <a:ea typeface="+mj-ea"/>
              </a:rP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latin typeface="+mj-ea"/>
                <a:ea typeface="+mj-ea"/>
              </a:rP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HGI:+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VGI:+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IAPDI: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2APDL: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IODI: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VDL: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225650" y="469547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CEPH: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CFD: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6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="" xmlns:m="http://schemas.openxmlformats.org/officeDocument/2006/math" xmlns:a14="http://schemas.microsoft.com/office/drawing/2010/main">
      <p:transition spd="slow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380</TotalTime>
  <Words>1769</Words>
  <Application>Microsoft Office PowerPoint</Application>
  <PresentationFormat>화면 슬라이드 쇼(4:3)</PresentationFormat>
  <Paragraphs>253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27" baseType="lpstr">
      <vt:lpstr>Arial Unicode MS</vt:lpstr>
      <vt:lpstr>Avenir Next Regular</vt:lpstr>
      <vt:lpstr>Gill Sans</vt:lpstr>
      <vt:lpstr>Gill Sans Light</vt:lpstr>
      <vt:lpstr>Gill Sans SemiBold</vt:lpstr>
      <vt:lpstr>굴림</vt:lpstr>
      <vt:lpstr>맑은 고딕</vt:lpstr>
      <vt:lpstr>바탕</vt:lpstr>
      <vt:lpstr>Arial</vt:lpstr>
      <vt:lpstr>Calibri</vt:lpstr>
      <vt:lpstr>Calibri Light</vt:lpstr>
      <vt:lpstr>Helvetica</vt:lpstr>
      <vt:lpstr>Times New Roman</vt:lpstr>
      <vt:lpstr>Times New Roman Bold</vt:lpstr>
      <vt:lpstr>Times New Roman Bold Italic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 용주</cp:lastModifiedBy>
  <cp:revision>39</cp:revision>
  <dcterms:created xsi:type="dcterms:W3CDTF">2022-10-19T20:24:57Z</dcterms:created>
  <dcterms:modified xsi:type="dcterms:W3CDTF">2023-06-09T22:47:11Z</dcterms:modified>
</cp:coreProperties>
</file>