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3" r:id="rId9"/>
    <p:sldId id="289" r:id="rId10"/>
    <p:sldId id="294" r:id="rId11"/>
    <p:sldId id="283" r:id="rId12"/>
    <p:sldId id="284" r:id="rId13"/>
    <p:sldId id="285" r:id="rId14"/>
    <p:sldId id="286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6" d="100"/>
          <a:sy n="86" d="100"/>
        </p:scale>
        <p:origin x="58" y="507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</TotalTime>
  <Words>1769</Words>
  <Application>Microsoft Office PowerPoint</Application>
  <PresentationFormat>화면 슬라이드 쇼(4:3)</PresentationFormat>
  <Paragraphs>253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6" baseType="lpstr">
      <vt:lpstr>Gill Sans</vt:lpstr>
      <vt:lpstr>Gill Sans SemiBold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41</cp:revision>
  <dcterms:created xsi:type="dcterms:W3CDTF">2022-10-19T20:24:57Z</dcterms:created>
  <dcterms:modified xsi:type="dcterms:W3CDTF">2025-02-10T08:46:25Z</dcterms:modified>
</cp:coreProperties>
</file>