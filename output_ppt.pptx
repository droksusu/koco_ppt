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311" r:id="rId7"/>
    <p:sldId id="312" r:id="rId8"/>
    <p:sldId id="314" r:id="rId9"/>
    <p:sldId id="315" r:id="rId10"/>
    <p:sldId id="316" r:id="rId11"/>
    <p:sldId id="317" r:id="rId12"/>
    <p:sldId id="313" r:id="rId13"/>
    <p:sldId id="289" r:id="rId14"/>
    <p:sldId id="294" r:id="rId15"/>
    <p:sldId id="283" r:id="rId16"/>
    <p:sldId id="284" r:id="rId17"/>
    <p:sldId id="285" r:id="rId18"/>
    <p:sldId id="286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134" d="100"/>
          <a:sy n="134" d="100"/>
        </p:scale>
        <p:origin x="1365" y="72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algn="ctr">
              <a:defRPr sz="1500" b="1">
                <a:solidFill>
                  <a:srgbClr val="445474"/>
                </a:solidFill>
                <a:latin typeface="맑은 고딕"/>
              </a:defRPr>
            </a:pPr>
            <a:r>
              <a:t>Male 순응교합 20 2005-04-04</a:t>
            </a:r>
          </a:p>
          <a:p>
            <a:pPr algn="ctr">
              <a:defRPr sz="1500" b="1">
                <a:solidFill>
                  <a:srgbClr val="445474"/>
                </a:solidFill>
                <a:latin typeface="맑은 고딕"/>
              </a:defRPr>
            </a:pPr>
            <a:r>
              <a:t> S1.B3.D3.C1-nbt(dbt)-RM(Rt)-Fx:Ex-Fx/1-Type IV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680342"/>
              </p:ext>
            </p:extLst>
          </p:nvPr>
        </p:nvGraphicFramePr>
        <p:xfrm>
          <a:off x="188638" y="761933"/>
          <a:ext cx="2065991" cy="57870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-30.1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11.9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42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67.4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39.9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152.4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178.8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427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96.5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3785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106.8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E-line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21.4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63.5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124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36.7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157.2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64.5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58.7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50.4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-26.4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16.9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107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165.9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171.7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25.7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35.5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32.9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198.5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24.8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10.6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49.2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24.4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47.2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23.1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66.6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-21.1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90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</a:t>
                      </a:r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Overjet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-32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APDI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97.6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70.1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latin typeface="맑은 고딕"/>
              </a:defRPr>
            </a:pPr>
            <a: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latin typeface="맑은 고딕"/>
              </a:defRPr>
            </a:pPr>
            <a: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HGI:20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VGI:70.1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IAPDI:81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2APDL:13.3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IODI:45.9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VDL:11.7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381063" y="246083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CEPH RESULT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CFD:40.8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  <p:pic>
        <p:nvPicPr>
          <p:cNvPr id="3170" name="Picture 3169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502920"/>
            <a:ext cx="14630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s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335" y="0"/>
            <a:ext cx="85333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0"/>
            <a:ext cx="2296026" cy="3429000"/>
          </a:xfrm>
          <a:prstGeom prst="rect">
            <a:avLst/>
          </a:prstGeom>
        </p:spPr>
      </p:pic>
      <p:pic>
        <p:nvPicPr>
          <p:cNvPr id="3" name="Picture 2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2296026" cy="3429000"/>
          </a:xfrm>
          <a:prstGeom prst="rect">
            <a:avLst/>
          </a:prstGeom>
        </p:spPr>
      </p:pic>
      <p:pic>
        <p:nvPicPr>
          <p:cNvPr id="4" name="Picture 3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0"/>
            <a:ext cx="2296026" cy="3429000"/>
          </a:xfrm>
          <a:prstGeom prst="rect">
            <a:avLst/>
          </a:prstGeom>
        </p:spPr>
      </p:pic>
      <p:pic>
        <p:nvPicPr>
          <p:cNvPr id="5" name="Picture 4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0"/>
            <a:ext cx="2296026" cy="3429000"/>
          </a:xfrm>
          <a:prstGeom prst="rect">
            <a:avLst/>
          </a:prstGeom>
        </p:spPr>
      </p:pic>
      <p:pic>
        <p:nvPicPr>
          <p:cNvPr id="6" name="Picture 5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3429000"/>
            <a:ext cx="2296026" cy="3429000"/>
          </a:xfrm>
          <a:prstGeom prst="rect">
            <a:avLst/>
          </a:prstGeom>
        </p:spPr>
      </p:pic>
      <p:pic>
        <p:nvPicPr>
          <p:cNvPr id="7" name="Picture 6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3429000"/>
            <a:ext cx="2296026" cy="3429000"/>
          </a:xfrm>
          <a:prstGeom prst="rect">
            <a:avLst/>
          </a:prstGeom>
        </p:spPr>
      </p:pic>
      <p:pic>
        <p:nvPicPr>
          <p:cNvPr id="8" name="Picture 7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429000"/>
            <a:ext cx="2296026" cy="3429000"/>
          </a:xfrm>
          <a:prstGeom prst="rect">
            <a:avLst/>
          </a:prstGeom>
        </p:spPr>
      </p:pic>
      <p:pic>
        <p:nvPicPr>
          <p:cNvPr id="9" name="Picture 8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3429000"/>
            <a:ext cx="2296026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849" y="914400"/>
            <a:ext cx="3007150" cy="2011680"/>
          </a:xfrm>
          <a:prstGeom prst="rect">
            <a:avLst/>
          </a:prstGeom>
        </p:spPr>
      </p:pic>
      <p:pic>
        <p:nvPicPr>
          <p:cNvPr id="3" name="Picture 2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914400"/>
            <a:ext cx="3007150" cy="2011680"/>
          </a:xfrm>
          <a:prstGeom prst="rect">
            <a:avLst/>
          </a:prstGeom>
        </p:spPr>
      </p:pic>
      <p:pic>
        <p:nvPicPr>
          <p:cNvPr id="4" name="Picture 3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4" y="2926080"/>
            <a:ext cx="3007150" cy="2011680"/>
          </a:xfrm>
          <a:prstGeom prst="rect">
            <a:avLst/>
          </a:prstGeom>
        </p:spPr>
      </p:pic>
      <p:pic>
        <p:nvPicPr>
          <p:cNvPr id="5" name="Picture 4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424" y="2926080"/>
            <a:ext cx="3007150" cy="2011680"/>
          </a:xfrm>
          <a:prstGeom prst="rect">
            <a:avLst/>
          </a:prstGeom>
        </p:spPr>
      </p:pic>
      <p:pic>
        <p:nvPicPr>
          <p:cNvPr id="6" name="Picture 5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575" y="2926080"/>
            <a:ext cx="3007150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ateral_cep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348" y="0"/>
            <a:ext cx="852130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10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881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0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323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9465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125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8872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:a14="http://schemas.microsoft.com/office/drawing/2010/main" xmlns:m="http://schemas.openxmlformats.org/officeDocument/2006/math" xmlns=""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390</TotalTime>
  <Words>1767</Words>
  <Application>Microsoft Office PowerPoint</Application>
  <PresentationFormat>화면 슬라이드 쇼(4:3)</PresentationFormat>
  <Paragraphs>253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30" baseType="lpstr">
      <vt:lpstr>Gill Sans</vt:lpstr>
      <vt:lpstr>Gill Sans SemiBold</vt:lpstr>
      <vt:lpstr>Times New Roman Bold Italic</vt:lpstr>
      <vt:lpstr>ヒラギノ明朝 ProN W6</vt:lpstr>
      <vt:lpstr>굴림</vt:lpstr>
      <vt:lpstr>바탕</vt:lpstr>
      <vt:lpstr>Arial</vt:lpstr>
      <vt:lpstr>Calibri</vt:lpstr>
      <vt:lpstr>Calibri Light</vt:lpstr>
      <vt:lpstr>Times New Roman</vt:lpstr>
      <vt:lpstr>Times New Roman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옥용주</cp:lastModifiedBy>
  <cp:revision>48</cp:revision>
  <dcterms:created xsi:type="dcterms:W3CDTF">2022-10-19T20:24:57Z</dcterms:created>
  <dcterms:modified xsi:type="dcterms:W3CDTF">2025-03-23T00:34:08Z</dcterms:modified>
</cp:coreProperties>
</file>