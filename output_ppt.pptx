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Male 순응교합 20 2005-03-31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S1.B2.D2.C1-nbt(dbt)-RM(Rt)-Fx:Ex-Fx/1-Type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680342"/>
              </p:ext>
            </p:extLst>
          </p:nvPr>
        </p:nvGraphicFramePr>
        <p:xfrm>
          <a:off x="188638" y="761933"/>
          <a:ext cx="2065991" cy="57870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114.2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100.9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101.3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120.1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161.2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161.2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4277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34.8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3785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82.8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E-line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-266.7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5.7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129.2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94.3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35.9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59.6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37.4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42.2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135.9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112.2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281.6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281.8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203.9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133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159.1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167.6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160.3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91.5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50.4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27.6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120.4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104.3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218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</a:t>
                      </a:r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Overjet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-177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APDI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16.1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34.8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HGI:77.24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VGI:34.24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IAPDI:107.27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2APDL:-72.94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IODI:-1.18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VDL:17.45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381063" y="246083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CFD:-55.19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4" name="Picture 3" descr="photo_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photo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Photo_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Phot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85950"/>
            <a:ext cx="2057400" cy="30861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390</TotalTime>
  <Words>1767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48</cp:revision>
  <dcterms:created xsi:type="dcterms:W3CDTF">2022-10-19T20:24:57Z</dcterms:created>
  <dcterms:modified xsi:type="dcterms:W3CDTF">2025-03-23T00:34:08Z</dcterms:modified>
</cp:coreProperties>
</file>