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Male 순응교합 20 2005-03-24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S1.B2.D1.C1-nbt(obt)-RM(Rt)-Fx:Ex-Fx/1-Type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58.91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77.62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37.36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92.57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87.43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99.93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109.07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69.18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170.95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17.27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89.34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45.7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17.4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51.5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29.6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61.1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169.74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61.36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개발 중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개발 중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HGI:27.79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VGI:2.73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2APDL:0.0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IODI:54.15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VDL:-26.26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CFD:-54.15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photo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