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201" y="0"/>
            <a:ext cx="59675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837" y="0"/>
            <a:ext cx="59723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