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순응교합연구회 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8y since 2017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 </a:t>
            </a:r>
            <a:r>
              <a:rPr lang="ko-KR" altLang="en-US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데이터</a:t>
            </a:r>
            <a:endParaRPr lang="en-US" altLang="ko-KR" sz="14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201" y="0"/>
            <a:ext cx="59675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4" name="Picture 3" descr="photo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837" y="0"/>
            <a:ext cx="59723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Photo_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02262"/>
            <a:ext cx="2057400" cy="1653475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48</cp:revision>
  <dcterms:created xsi:type="dcterms:W3CDTF">2022-10-19T20:24:57Z</dcterms:created>
  <dcterms:modified xsi:type="dcterms:W3CDTF">2025-03-23T00:34:08Z</dcterms:modified>
</cp:coreProperties>
</file>