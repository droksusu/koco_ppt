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Female 순응교합 20 2005-03-31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S1.B3.D3.C1-nbt(dbt)-RM(Rt)-Fx:Ex-Fx/1-Type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79.6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103.6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89.2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155.3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113.9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113.9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83.6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128.3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538.7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146.8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149.8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445.4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127.1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57.9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23.4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140.1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65.9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98.7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148.7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487.4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449.9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1112.2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161.9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137.9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942.5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780.6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71.2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36.7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102.7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107.6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201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-241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149.8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83.6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HGI:311.45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VGI:-1.04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2APDL:55.04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IODI:55.27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VDL:13.74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CFD:97.13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photo_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Photo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Photo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885950"/>
            <a:ext cx="2057400" cy="30861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