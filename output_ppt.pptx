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85" d="100"/>
          <a:sy n="85" d="100"/>
        </p:scale>
        <p:origin x="96" y="534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 (F)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순응교합연구회 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8y since 2017</a:t>
            </a:r>
          </a:p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S1.B1.D1.C1-nbt(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dbt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)-RM(Rt)-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Fx:Ex-Fx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/0-Type IV  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2388886"/>
              </p:ext>
            </p:extLst>
          </p:nvPr>
        </p:nvGraphicFramePr>
        <p:xfrm>
          <a:off x="188638" y="761933"/>
          <a:ext cx="2065991" cy="57870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427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378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E-line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Overjet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APDI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latin typeface="+mj-ea"/>
                <a:ea typeface="+mj-ea"/>
              </a:rP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latin typeface="+mj-ea"/>
                <a:ea typeface="+mj-ea"/>
              </a:rP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HGI:+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VGI:+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IAPDI: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2APDL: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IODI: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VDL: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381063" y="246083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CEPH </a:t>
            </a:r>
            <a:r>
              <a:rPr lang="ko-KR" altLang="en-US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데이터</a:t>
            </a:r>
            <a:endParaRPr lang="en-US" altLang="ko-KR" sz="14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CFD: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6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s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335" y="0"/>
            <a:ext cx="85333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4" name="Picture 3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ateral_ce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348" y="0"/>
            <a:ext cx="85213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="" xmlns:m="http://schemas.openxmlformats.org/officeDocument/2006/math" xmlns:a14="http://schemas.microsoft.com/office/drawing/2010/main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390</TotalTime>
  <Words>1767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Times New Roman Bold Italic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47</cp:revision>
  <dcterms:created xsi:type="dcterms:W3CDTF">2022-10-19T20:24:57Z</dcterms:created>
  <dcterms:modified xsi:type="dcterms:W3CDTF">2025-03-21T21:29:50Z</dcterms:modified>
</cp:coreProperties>
</file>