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id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5683"/>
            <a:ext cx="9144000" cy="45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id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Photo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