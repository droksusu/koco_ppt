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Photo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502" y="2057400"/>
            <a:ext cx="2059248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2751" y="2057400"/>
            <a:ext cx="2059248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057400"/>
            <a:ext cx="2059248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48" y="2057400"/>
            <a:ext cx="2059248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