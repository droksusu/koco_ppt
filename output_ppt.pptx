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58" y="507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2005-03-25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S1.B3.D1.C1-nbt(dbt)-RM(Rt)-Fx:Ex-Fx/1-Type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101.5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37.4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-90.4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71.6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143.3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152.7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141.6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162.7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21.6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-18.2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192.6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120.1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80.6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59.2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156.6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개발 중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개발 중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HGI:48.4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VGI:-0.8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2APDL:0.0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IODI:-33.83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VDL:16.4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CFD:33.83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1773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43</cp:revision>
  <dcterms:created xsi:type="dcterms:W3CDTF">2022-10-19T20:24:57Z</dcterms:created>
  <dcterms:modified xsi:type="dcterms:W3CDTF">2025-03-19T05:51:11Z</dcterms:modified>
</cp:coreProperties>
</file>