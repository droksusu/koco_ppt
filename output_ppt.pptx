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289" r:id="rId7"/>
    <p:sldId id="294" r:id="rId8"/>
    <p:sldId id="283" r:id="rId9"/>
    <p:sldId id="284" r:id="rId10"/>
    <p:sldId id="285" r:id="rId11"/>
    <p:sldId id="28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60"/>
  </p:normalViewPr>
  <p:slideViewPr>
    <p:cSldViewPr snapToGrid="0">
      <p:cViewPr varScale="1">
        <p:scale>
          <a:sx n="164" d="100"/>
          <a:sy n="164" d="100"/>
        </p:scale>
        <p:origin x="1596" y="96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2023-06-10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(M)  옥수수 9y 6m 2013.01.04</a:t>
            </a:r>
          </a:p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 S1.B1.D1.C1-nbt(nbt)-RM(Rt)-Fx:Ex-Fx/1-Type IV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568792"/>
              </p:ext>
            </p:extLst>
          </p:nvPr>
        </p:nvGraphicFramePr>
        <p:xfrm>
          <a:off x="243585" y="794606"/>
          <a:ext cx="2065991" cy="57705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1.93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79.31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77.37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58.04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94.55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27.41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26.02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114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72.82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94.6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L.Lip E-line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0.08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82.94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79.77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-5.19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63.1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128.56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122.81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34.7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40.15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57.04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62.79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30.54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48.21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35.78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64.61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65.93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51.12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72.19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6.26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49.62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70.57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50.28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11.31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91.08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0.61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Overjet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6.89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APDI(PABA)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81.17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latin typeface="맑은 고딕"/>
                        </a:defRPr>
                      </a:pPr>
                      <a:r>
                        <a:t>74.22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HGI:2.31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VGI:2.59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IAPDI:81.99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2APDL:-0.66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IODI:72.32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VDL:0.92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225650" y="469547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CEPH RESULT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CFD:1.08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  <p:pic>
        <p:nvPicPr>
          <p:cNvPr id="3170" name="Picture 3169" descr="temp_id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502920"/>
            <a:ext cx="1463040" cy="2194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="" xmlns:m="http://schemas.openxmlformats.org/officeDocument/2006/math" xmlns:a14="http://schemas.microsoft.com/office/drawing/2010/main">
      <p:transition spd="slow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380</TotalTime>
  <Words>1769</Words>
  <Application>Microsoft Office PowerPoint</Application>
  <PresentationFormat>화면 슬라이드 쇼(4:3)</PresentationFormat>
  <Paragraphs>253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27" baseType="lpstr">
      <vt:lpstr>Arial Unicode MS</vt:lpstr>
      <vt:lpstr>Avenir Next Regular</vt:lpstr>
      <vt:lpstr>Gill Sans</vt:lpstr>
      <vt:lpstr>Gill Sans Light</vt:lpstr>
      <vt:lpstr>Gill Sans SemiBold</vt:lpstr>
      <vt:lpstr>굴림</vt:lpstr>
      <vt:lpstr>맑은 고딕</vt:lpstr>
      <vt:lpstr>바탕</vt:lpstr>
      <vt:lpstr>Arial</vt:lpstr>
      <vt:lpstr>Calibri</vt:lpstr>
      <vt:lpstr>Calibri Light</vt:lpstr>
      <vt:lpstr>Helvetica</vt:lpstr>
      <vt:lpstr>Times New Roman</vt:lpstr>
      <vt:lpstr>Times New Roman Bold</vt:lpstr>
      <vt:lpstr>Times New Roman Bold Italic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 용주</cp:lastModifiedBy>
  <cp:revision>39</cp:revision>
  <dcterms:created xsi:type="dcterms:W3CDTF">2022-10-19T20:24:57Z</dcterms:created>
  <dcterms:modified xsi:type="dcterms:W3CDTF">2023-06-09T22:47:11Z</dcterms:modified>
</cp:coreProperties>
</file>