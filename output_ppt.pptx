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Photo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Photo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2743200"/>
            <a:ext cx="2057400" cy="1371600"/>
          </a:xfrm>
          <a:prstGeom prst="rect">
            <a:avLst/>
          </a:prstGeom>
        </p:spPr>
      </p:pic>
      <p:pic>
        <p:nvPicPr>
          <p:cNvPr id="4" name="Picture 3" descr="posturePhoto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601095"/>
            <a:ext cx="2057400" cy="1655809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Photo_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57475"/>
            <a:ext cx="2057400" cy="1543050"/>
          </a:xfrm>
          <a:prstGeom prst="rect">
            <a:avLst/>
          </a:prstGeom>
        </p:spPr>
      </p:pic>
      <p:pic>
        <p:nvPicPr>
          <p:cNvPr id="4" name="Picture 3" descr="posturePhoto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602262"/>
            <a:ext cx="2057400" cy="1653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