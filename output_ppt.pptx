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Male 순응교합 20 2005-03-28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S1.B2.D2.C1-nbt(dbt)-RM(Rt)-Fx:Ex-Fx/1-Type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-12.4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144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166.5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143.1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-126.1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26.5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0.2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101.8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55.2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99.9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86.2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68.7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55.2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94.8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80.4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40.3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166.7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93.1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97.4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81.2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-11.9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104.3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21.5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147.1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139.7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139.2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26.5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166.5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HGI:5.22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VGI:61.3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IAPDI:165.0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2APDL:-110.8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IODI:-0.06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VDL:80.76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CFD:28.06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35" y="0"/>
            <a:ext cx="85333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48</cp:revision>
  <dcterms:created xsi:type="dcterms:W3CDTF">2022-10-19T20:24:57Z</dcterms:created>
  <dcterms:modified xsi:type="dcterms:W3CDTF">2025-03-23T00:34:08Z</dcterms:modified>
</cp:coreProperties>
</file>