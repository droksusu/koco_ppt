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3198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Female 순응교합 20 2005-03-27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S1.B2.D3.C1-nbt(dbt)-RM(Rt)-Fx:Ex-Fx/1-Type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902523"/>
              </p:ext>
            </p:extLst>
          </p:nvPr>
        </p:nvGraphicFramePr>
        <p:xfrm>
          <a:off x="243585" y="794606"/>
          <a:ext cx="2065991" cy="5724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19.1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20.6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20.7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67.9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132.9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132.9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96.2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0028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 err="1">
                          <a:effectLst/>
                          <a:latin typeface="+mn-ea"/>
                          <a:ea typeface="+mn-ea"/>
                        </a:rPr>
                        <a:t>L.Lip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 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-16.1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28.8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36.4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52.9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43.8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73.2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80.2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36.4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25.9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309.2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52.7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124.3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68.5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31.7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96.2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HGI:-0.5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VGI:113.56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IAPDI:9.67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2APDL:31.46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IODI:31.23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VDL:31.5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CFD:104.3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386</TotalTime>
  <Words>1770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45</cp:revision>
  <dcterms:created xsi:type="dcterms:W3CDTF">2022-10-19T20:24:57Z</dcterms:created>
  <dcterms:modified xsi:type="dcterms:W3CDTF">2025-03-21T07:08:55Z</dcterms:modified>
</cp:coreProperties>
</file>