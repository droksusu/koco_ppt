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000" autoAdjust="0"/>
    <p:restoredTop sz="94660"/>
  </p:normalViewPr>
  <p:slideViewPr>
    <p:cSldViewPr snapToGrid="0">
      <p:cViewPr varScale="1">
        <p:scale>
          <a:sx n="134" d="100"/>
          <a:sy n="134" d="100"/>
        </p:scale>
        <p:origin x="1365" y="72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2025-02-17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6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Female 순응교합 20 2005-03-21</a:t>
            </a:r>
          </a:p>
          <a:p>
            <a:pPr algn="ctr">
              <a:defRPr sz="1500" b="1">
                <a:solidFill>
                  <a:srgbClr val="445474"/>
                </a:solidFill>
                <a:latin typeface="맑은 고딕"/>
              </a:defRPr>
            </a:pPr>
            <a:r>
              <a:t> S1.B3.D1.C1-nbt(obt)-RM(Rt)-Fx:Ex-Fx/1-Type IV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168.99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106.17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97.32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76.06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103.94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21.61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88.68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143.74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6.09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41.62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70.72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29.44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2.05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 b="0">
                          <a:solidFill>
                            <a:srgbClr val="445474"/>
                          </a:solidFill>
                          <a:latin typeface="맑은 고딕"/>
                        </a:defRPr>
                      </a:pPr>
                      <a:r>
                        <a:t>자료없음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latin typeface="맑은 고딕"/>
              </a:defRPr>
            </a:pPr>
            <a: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HGI:-4.11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VGI:14.59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IAPDI:81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2APDL:0.0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IODI:38.14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VDL:-18.49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CEPH RESULT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CFD:-38.14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latin typeface="맑은 고딕"/>
              </a:defRPr>
            </a:pPr>
            <a: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  <p:pic>
        <p:nvPicPr>
          <p:cNvPr id="3170" name="Picture 3169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502920"/>
            <a:ext cx="1463040" cy="1005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psa_name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335" y="0"/>
            <a:ext cx="85333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3" name="Picture 2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0"/>
            <a:ext cx="2296026" cy="3429000"/>
          </a:xfrm>
          <a:prstGeom prst="rect">
            <a:avLst/>
          </a:prstGeom>
        </p:spPr>
      </p:pic>
      <p:pic>
        <p:nvPicPr>
          <p:cNvPr id="4" name="Picture 3" descr="photo_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5973" y="0"/>
            <a:ext cx="2296026" cy="3429000"/>
          </a:xfrm>
          <a:prstGeom prst="rect">
            <a:avLst/>
          </a:prstGeom>
        </p:spPr>
      </p:pic>
      <p:pic>
        <p:nvPicPr>
          <p:cNvPr id="5" name="Picture 4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0"/>
            <a:ext cx="2296026" cy="3429000"/>
          </a:xfrm>
          <a:prstGeom prst="rect">
            <a:avLst/>
          </a:prstGeom>
        </p:spPr>
      </p:pic>
      <p:pic>
        <p:nvPicPr>
          <p:cNvPr id="6" name="Picture 5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0"/>
            <a:ext cx="2296026" cy="3429000"/>
          </a:xfrm>
          <a:prstGeom prst="rect">
            <a:avLst/>
          </a:prstGeom>
        </p:spPr>
      </p:pic>
      <p:pic>
        <p:nvPicPr>
          <p:cNvPr id="7" name="Picture 6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0052" y="3429000"/>
            <a:ext cx="2296026" cy="3429000"/>
          </a:xfrm>
          <a:prstGeom prst="rect">
            <a:avLst/>
          </a:prstGeom>
        </p:spPr>
      </p:pic>
      <p:pic>
        <p:nvPicPr>
          <p:cNvPr id="8" name="Picture 7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3429000"/>
            <a:ext cx="2296026" cy="3429000"/>
          </a:xfrm>
          <a:prstGeom prst="rect">
            <a:avLst/>
          </a:prstGeom>
        </p:spPr>
      </p:pic>
      <p:pic>
        <p:nvPicPr>
          <p:cNvPr id="9" name="Picture 8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3429000"/>
            <a:ext cx="2296026" cy="3429000"/>
          </a:xfrm>
          <a:prstGeom prst="rect">
            <a:avLst/>
          </a:prstGeom>
        </p:spPr>
      </p:pic>
      <p:pic>
        <p:nvPicPr>
          <p:cNvPr id="10" name="Picture 9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026" y="3429000"/>
            <a:ext cx="2296026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4849" y="914400"/>
            <a:ext cx="3007150" cy="2011680"/>
          </a:xfrm>
          <a:prstGeom prst="rect">
            <a:avLst/>
          </a:prstGeom>
        </p:spPr>
      </p:pic>
      <p:pic>
        <p:nvPicPr>
          <p:cNvPr id="3" name="Picture 2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914400"/>
            <a:ext cx="3007150" cy="2011680"/>
          </a:xfrm>
          <a:prstGeom prst="rect">
            <a:avLst/>
          </a:prstGeom>
        </p:spPr>
      </p:pic>
      <p:pic>
        <p:nvPicPr>
          <p:cNvPr id="4" name="Picture 3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74" y="2926080"/>
            <a:ext cx="3007150" cy="2011680"/>
          </a:xfrm>
          <a:prstGeom prst="rect">
            <a:avLst/>
          </a:prstGeom>
        </p:spPr>
      </p:pic>
      <p:pic>
        <p:nvPicPr>
          <p:cNvPr id="5" name="Picture 4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8424" y="2926080"/>
            <a:ext cx="3007150" cy="2011680"/>
          </a:xfrm>
          <a:prstGeom prst="rect">
            <a:avLst/>
          </a:prstGeom>
        </p:spPr>
      </p:pic>
      <p:pic>
        <p:nvPicPr>
          <p:cNvPr id="6" name="Picture 5" descr="oral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75575" y="2926080"/>
            <a:ext cx="300715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lateral_cep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348" y="0"/>
            <a:ext cx="852130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default_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5973" y="0"/>
            <a:ext cx="459205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7400"/>
            <a:ext cx="2057400" cy="2743200"/>
          </a:xfrm>
          <a:prstGeom prst="rect">
            <a:avLst/>
          </a:prstGeom>
        </p:spPr>
      </p:pic>
      <p:pic>
        <p:nvPicPr>
          <p:cNvPr id="3" name="Picture 2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4600" y="2057400"/>
            <a:ext cx="2057400" cy="2743200"/>
          </a:xfrm>
          <a:prstGeom prst="rect">
            <a:avLst/>
          </a:prstGeom>
        </p:spPr>
      </p:pic>
      <p:pic>
        <p:nvPicPr>
          <p:cNvPr id="4" name="Picture 3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057400"/>
            <a:ext cx="2057400" cy="2743200"/>
          </a:xfrm>
          <a:prstGeom prst="rect">
            <a:avLst/>
          </a:prstGeom>
        </p:spPr>
      </p:pic>
      <p:pic>
        <p:nvPicPr>
          <p:cNvPr id="5" name="Picture 4" descr="posture_defaul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057400"/>
            <a:ext cx="20574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p14="http://schemas.microsoft.com/office/powerpoint/2010/main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="" xmlns:m="http://schemas.openxmlformats.org/officeDocument/2006/math" xmlns:a14="http://schemas.microsoft.com/office/drawing/2010/main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1769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Times New Roman Bold Italic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42</cp:revision>
  <dcterms:created xsi:type="dcterms:W3CDTF">2022-10-19T20:24:57Z</dcterms:created>
  <dcterms:modified xsi:type="dcterms:W3CDTF">2025-02-16T23:04:58Z</dcterms:modified>
</cp:coreProperties>
</file>