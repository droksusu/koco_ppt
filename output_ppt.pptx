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Male 순응교합 20 2005-04-05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S1.B1.D3.C1-nbt(dbt)-RM(Rt)-Fx:Ex-Fx/1-Type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38.5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50.3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11.8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133.4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84.7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131.3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106.3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32.9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122.6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27.8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81.7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69.1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75.4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23.8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131.1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173.7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97.7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44.7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64.7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122.7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31.9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26.4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24.9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30.9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32.1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47.3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63.1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106.7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57.9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HGI:-3.2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VGI:33.1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2APDL:20.6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IODI:48.6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VDL:4.5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CFD:35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201" y="0"/>
            <a:ext cx="59675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Photo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837" y="0"/>
            <a:ext cx="59723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