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(M)  옥수수 9y 6m 2013.01.04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S1.B1.D1.C1-nbt(nbt)-RM(Rt)-Fx:Ex-Fx/1-Type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1.93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79.31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77.37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58.04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94.55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27.41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26.02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72.82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94.6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0.08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82.94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79.77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-5.19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63.1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128.56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122.81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34.7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40.15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57.04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62.79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30.54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48.21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35.78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64.61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65.93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51.12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72.19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6.26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49.62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70.57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50.28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11.31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74.22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HGI:2.31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VGI:2.59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IAPDI:81.99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2APDL:-0.66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IODI:72.32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VDL:0.92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CFD:1.08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10" name="Picture 9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</TotalTime>
  <Words>1769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42</cp:revision>
  <dcterms:created xsi:type="dcterms:W3CDTF">2022-10-19T20:24:57Z</dcterms:created>
  <dcterms:modified xsi:type="dcterms:W3CDTF">2025-02-16T23:04:58Z</dcterms:modified>
</cp:coreProperties>
</file>