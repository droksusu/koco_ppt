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phot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photo_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photo_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Photo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914400"/>
            <a:ext cx="301752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01752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" y="2926080"/>
            <a:ext cx="3017520" cy="2011680"/>
          </a:xfrm>
          <a:prstGeom prst="rect">
            <a:avLst/>
          </a:prstGeom>
        </p:spPr>
      </p:pic>
      <p:pic>
        <p:nvPicPr>
          <p:cNvPr id="5" name="Picture 4" descr="oralPhoto_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2926080"/>
            <a:ext cx="301752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926080"/>
            <a:ext cx="301752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Phot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885950"/>
            <a:ext cx="2057400" cy="30861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