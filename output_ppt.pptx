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(M)  옥수수 9y 6m 2013.01.04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S1.B1.D1.C1-nbt(nbt)-RM(Rt)-Fx:Ex-Fx/1-Type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77.37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58.04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94.55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27.41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26.02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82.94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-5.19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128.56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122.81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34.7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40.15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57.04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62.79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30.54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48.21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35.78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64.61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65.93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51.12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49.62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70.57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50.28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11.31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91.08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6.89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81.17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74.22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HGI:2.31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VGI:2.59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IAPDI:81.99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2APDL:-0.66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IODI:72.32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VDL:0.92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CFD:1.08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5683"/>
            <a:ext cx="9144000" cy="456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  <p:pic>
        <p:nvPicPr>
          <p:cNvPr id="6" name="Picture 5" descr="posturePhoto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04" y="2057400"/>
            <a:ext cx="2061147" cy="2743200"/>
          </a:xfrm>
          <a:prstGeom prst="rect">
            <a:avLst/>
          </a:prstGeom>
        </p:spPr>
      </p:pic>
      <p:pic>
        <p:nvPicPr>
          <p:cNvPr id="7" name="Picture 6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852" y="2057400"/>
            <a:ext cx="2061147" cy="2743200"/>
          </a:xfrm>
          <a:prstGeom prst="rect">
            <a:avLst/>
          </a:prstGeom>
        </p:spPr>
      </p:pic>
      <p:pic>
        <p:nvPicPr>
          <p:cNvPr id="8" name="Picture 7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61147" cy="2743200"/>
          </a:xfrm>
          <a:prstGeom prst="rect">
            <a:avLst/>
          </a:prstGeom>
        </p:spPr>
      </p:pic>
      <p:pic>
        <p:nvPicPr>
          <p:cNvPr id="9" name="Picture 8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147" y="2057400"/>
            <a:ext cx="2061147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42</cp:revision>
  <dcterms:created xsi:type="dcterms:W3CDTF">2022-10-19T20:24:57Z</dcterms:created>
  <dcterms:modified xsi:type="dcterms:W3CDTF">2025-02-16T23:04:58Z</dcterms:modified>
</cp:coreProperties>
</file>