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_na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35" y="0"/>
            <a:ext cx="85333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1769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42</cp:revision>
  <dcterms:created xsi:type="dcterms:W3CDTF">2022-10-19T20:24:57Z</dcterms:created>
  <dcterms:modified xsi:type="dcterms:W3CDTF">2025-02-16T23:04:58Z</dcterms:modified>
</cp:coreProperties>
</file>