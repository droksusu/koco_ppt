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Male 순응교합 20 2005-03-22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S1.B2.D1.C1-nbt(obt)-RM(Rt)-Fx:Ex-Fx/1-Type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57.8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131.21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154.77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104.28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75.72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165.74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70.56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31.14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109.47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30.41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98.85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50.1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65.1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118.1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36.9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23.4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89.8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18.59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21.59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개발 중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개발 중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HGI:14.88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VGI:10.68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2APDL:0.0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IODI:54.44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VDL:-26.4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CFD:-54.44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